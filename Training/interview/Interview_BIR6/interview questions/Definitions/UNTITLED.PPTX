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1DF621-128E-467F-8558-ED6163E06D12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F1014-86FC-40DB-A7A4-5771895FA39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CAFAF769-96EC-49B0-8BE0-2530F1489DCB}" type="slidenum">
              <a:rPr lang="en-US"/>
              <a:pPr/>
              <a:t>2</a:t>
            </a:fld>
            <a:endParaRPr lang="en-US"/>
          </a:p>
        </p:txBody>
      </p:sp>
      <p:sp>
        <p:nvSpPr>
          <p:cNvPr id="23555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3556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61D34D7B-4DE3-4B29-AFE4-A957E8F45F23}" type="slidenum">
              <a:rPr lang="en-US"/>
              <a:pPr/>
              <a:t>4</a:t>
            </a:fld>
            <a:endParaRPr lang="en-US"/>
          </a:p>
        </p:txBody>
      </p:sp>
      <p:sp>
        <p:nvSpPr>
          <p:cNvPr id="24579" name="Rectangle 1"/>
          <p:cNvSpPr txBox="1">
            <a:spLocks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24580" name="Rectangle 2"/>
          <p:cNvSpPr txBox="1">
            <a:spLocks noChangeArrowheads="1"/>
          </p:cNvSpPr>
          <p:nvPr>
            <p:ph type="body" idx="1"/>
          </p:nvPr>
        </p:nvSpPr>
        <p:spPr>
          <a:xfrm>
            <a:off x="685800" y="4343400"/>
            <a:ext cx="5478463" cy="4106863"/>
          </a:xfrm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36E2C-B0E8-4494-A05A-024A2F2412E3}" type="datetimeFigureOut">
              <a:rPr lang="en-US" smtClean="0"/>
              <a:t>7/1/2016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3A336-D7E1-403A-BF7D-9E3515388D6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www.globaledgesoft.com</a:t>
            </a:r>
          </a:p>
        </p:txBody>
      </p:sp>
      <p:sp>
        <p:nvSpPr>
          <p:cNvPr id="9219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2713"/>
            <a:ext cx="8229600" cy="10541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The Linear Model</a:t>
            </a:r>
          </a:p>
        </p:txBody>
      </p:sp>
      <p:pic>
        <p:nvPicPr>
          <p:cNvPr id="922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1295400"/>
            <a:ext cx="6629400" cy="3581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www.globaledgesoft.com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3050"/>
            <a:ext cx="8220075" cy="5651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mtClean="0"/>
              <a:t>Iterative Model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33400" y="1066800"/>
            <a:ext cx="7812088" cy="5105400"/>
            <a:chOff x="648" y="564"/>
            <a:chExt cx="4702" cy="2791"/>
          </a:xfrm>
        </p:grpSpPr>
        <p:sp>
          <p:nvSpPr>
            <p:cNvPr id="10248" name="Rectangle 5"/>
            <p:cNvSpPr>
              <a:spLocks noChangeArrowheads="1"/>
            </p:cNvSpPr>
            <p:nvPr/>
          </p:nvSpPr>
          <p:spPr bwMode="auto">
            <a:xfrm>
              <a:off x="707" y="613"/>
              <a:ext cx="4643" cy="2743"/>
            </a:xfrm>
            <a:prstGeom prst="rect">
              <a:avLst/>
            </a:prstGeom>
            <a:solidFill>
              <a:srgbClr val="02ABEA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49" name="Rectangle 6"/>
            <p:cNvSpPr>
              <a:spLocks noChangeArrowheads="1"/>
            </p:cNvSpPr>
            <p:nvPr/>
          </p:nvSpPr>
          <p:spPr bwMode="auto">
            <a:xfrm>
              <a:off x="648" y="564"/>
              <a:ext cx="4643" cy="2743"/>
            </a:xfrm>
            <a:prstGeom prst="rect">
              <a:avLst/>
            </a:prstGeom>
            <a:solidFill>
              <a:srgbClr val="02ABEA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1024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981200"/>
            <a:ext cx="3516313" cy="2405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1024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1676400"/>
            <a:ext cx="3001963" cy="36576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0247" name="Rectangle 9"/>
          <p:cNvSpPr>
            <a:spLocks noChangeArrowheads="1"/>
          </p:cNvSpPr>
          <p:nvPr/>
        </p:nvSpPr>
        <p:spPr bwMode="auto">
          <a:xfrm>
            <a:off x="2297113" y="4643438"/>
            <a:ext cx="1465262" cy="3365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360" tIns="44280" rIns="90360" bIns="44280">
            <a:spAutoFit/>
          </a:bodyPr>
          <a:lstStyle/>
          <a:p>
            <a:pPr eaLnBrk="0" hangingPunct="0">
              <a:lnSpc>
                <a:spcPct val="90000"/>
              </a:lnSpc>
              <a:buFont typeface="Helvetica" pitchFamily="32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>
                <a:solidFill>
                  <a:srgbClr val="000000"/>
                </a:solidFill>
                <a:latin typeface="Helvetica" pitchFamily="32" charset="0"/>
                <a:ea typeface="Lucida Sans Unicode" pitchFamily="34" charset="0"/>
                <a:cs typeface="Lucida Sans Unicode" pitchFamily="34" charset="0"/>
              </a:rPr>
              <a:t>Prototyping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/>
          <a:p>
            <a:r>
              <a:rPr lang="en-US"/>
              <a:t>www.globaledgesoft.com</a:t>
            </a:r>
          </a:p>
        </p:txBody>
      </p:sp>
      <p:sp>
        <p:nvSpPr>
          <p:cNvPr id="11267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12713"/>
            <a:ext cx="8229600" cy="1054100"/>
          </a:xfrm>
        </p:spPr>
        <p:txBody>
          <a:bodyPr/>
          <a:lstStyle/>
          <a:p>
            <a:pPr eaLnBrk="1" hangingPunct="1">
              <a:lnSpc>
                <a:spcPct val="88000"/>
              </a:lnSpc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GB" smtClean="0"/>
              <a:t>The Incremental Model</a:t>
            </a:r>
          </a:p>
        </p:txBody>
      </p:sp>
      <p:pic>
        <p:nvPicPr>
          <p:cNvPr id="1126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9100" y="1162050"/>
            <a:ext cx="8293100" cy="4711700"/>
          </a:xfrm>
          <a:prstGeom prst="rect">
            <a:avLst/>
          </a:prstGeom>
          <a:solidFill>
            <a:srgbClr val="02ABEA"/>
          </a:solidFill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</Words>
  <Application>Microsoft Office PowerPoint</Application>
  <PresentationFormat>On-screen Show (4:3)</PresentationFormat>
  <Paragraphs>9</Paragraphs>
  <Slides>4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Slide 1</vt:lpstr>
      <vt:lpstr>The Linear Model</vt:lpstr>
      <vt:lpstr>Iterative Model</vt:lpstr>
      <vt:lpstr>The Incremental Model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g.avinash</dc:creator>
  <cp:lastModifiedBy>g.avinash</cp:lastModifiedBy>
  <cp:revision>2</cp:revision>
  <dcterms:created xsi:type="dcterms:W3CDTF">2016-07-01T12:31:31Z</dcterms:created>
  <dcterms:modified xsi:type="dcterms:W3CDTF">2016-07-01T12:33:40Z</dcterms:modified>
</cp:coreProperties>
</file>